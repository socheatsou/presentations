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5" r:id="rId5"/>
    <p:sldId id="270" r:id="rId6"/>
    <p:sldId id="271" r:id="rId7"/>
    <p:sldId id="272" r:id="rId8"/>
  </p:sldIdLst>
  <p:sldSz cx="9144000" cy="5143500" type="screen16x9"/>
  <p:notesSz cx="6858000" cy="9144000"/>
  <p:embeddedFontLst>
    <p:embeddedFont>
      <p:font typeface="Open Sans ExtraBold" panose="020B0906030804020204" pitchFamily="34" charset="0"/>
      <p:bold r:id="rId10"/>
      <p:italic r:id="rId11"/>
      <p:boldItalic r:id="rId12"/>
    </p:embeddedFont>
    <p:embeddedFont>
      <p:font typeface="Roboto Slab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j3Hae6wHXSg8RjajXw+gvxoBjC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686B4B-12BF-4429-AD80-52C8FB04EB9B}" v="269" dt="2026-05-15T17:59:15.776"/>
    <p1510:client id="{4A15327D-F9BC-489D-B322-FE0EE08B6F02}" v="315" dt="2026-05-14T23:46:41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7"/>
    <p:restoredTop sz="94645"/>
  </p:normalViewPr>
  <p:slideViewPr>
    <p:cSldViewPr snapToGrid="0">
      <p:cViewPr varScale="1">
        <p:scale>
          <a:sx n="159" d="100"/>
          <a:sy n="159" d="100"/>
        </p:scale>
        <p:origin x="200" y="8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28" Type="http://schemas.openxmlformats.org/officeDocument/2006/relationships/viewProps" Target="viewProps.xml"/><Relationship Id="rId10" Type="http://schemas.openxmlformats.org/officeDocument/2006/relationships/font" Target="fonts/font1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CHEAT SOU" userId="h9r6aE/HMXtYi+C3P0fl9Bv7wbMcEIkJZrqDxo3i6YE=" providerId="None" clId="Web-{4A15327D-F9BC-489D-B322-FE0EE08B6F02}"/>
    <pc:docChg chg="addSld delSld modSld sldOrd">
      <pc:chgData name="SOCHEAT SOU" userId="h9r6aE/HMXtYi+C3P0fl9Bv7wbMcEIkJZrqDxo3i6YE=" providerId="None" clId="Web-{4A15327D-F9BC-489D-B322-FE0EE08B6F02}" dt="2026-05-14T23:46:40.386" v="315" actId="20577"/>
      <pc:docMkLst>
        <pc:docMk/>
      </pc:docMkLst>
      <pc:sldChg chg="modSp">
        <pc:chgData name="SOCHEAT SOU" userId="h9r6aE/HMXtYi+C3P0fl9Bv7wbMcEIkJZrqDxo3i6YE=" providerId="None" clId="Web-{4A15327D-F9BC-489D-B322-FE0EE08B6F02}" dt="2026-05-14T23:29:21.578" v="157" actId="20577"/>
        <pc:sldMkLst>
          <pc:docMk/>
          <pc:sldMk cId="0" sldId="259"/>
        </pc:sldMkLst>
        <pc:spChg chg="mod">
          <ac:chgData name="SOCHEAT SOU" userId="h9r6aE/HMXtYi+C3P0fl9Bv7wbMcEIkJZrqDxo3i6YE=" providerId="None" clId="Web-{4A15327D-F9BC-489D-B322-FE0EE08B6F02}" dt="2026-05-14T23:29:21.578" v="157" actId="20577"/>
          <ac:spMkLst>
            <pc:docMk/>
            <pc:sldMk cId="0" sldId="259"/>
            <ac:spMk id="55" creationId="{00000000-0000-0000-0000-000000000000}"/>
          </ac:spMkLst>
        </pc:spChg>
      </pc:sldChg>
      <pc:sldChg chg="modSp ord">
        <pc:chgData name="SOCHEAT SOU" userId="h9r6aE/HMXtYi+C3P0fl9Bv7wbMcEIkJZrqDxo3i6YE=" providerId="None" clId="Web-{4A15327D-F9BC-489D-B322-FE0EE08B6F02}" dt="2026-05-14T23:33:07.232" v="213" actId="20577"/>
        <pc:sldMkLst>
          <pc:docMk/>
          <pc:sldMk cId="0" sldId="260"/>
        </pc:sldMkLst>
        <pc:spChg chg="mod">
          <ac:chgData name="SOCHEAT SOU" userId="h9r6aE/HMXtYi+C3P0fl9Bv7wbMcEIkJZrqDxo3i6YE=" providerId="None" clId="Web-{4A15327D-F9BC-489D-B322-FE0EE08B6F02}" dt="2026-05-14T23:30:08.609" v="173" actId="20577"/>
          <ac:spMkLst>
            <pc:docMk/>
            <pc:sldMk cId="0" sldId="260"/>
            <ac:spMk id="60" creationId="{00000000-0000-0000-0000-000000000000}"/>
          </ac:spMkLst>
        </pc:spChg>
        <pc:spChg chg="mod">
          <ac:chgData name="SOCHEAT SOU" userId="h9r6aE/HMXtYi+C3P0fl9Bv7wbMcEIkJZrqDxo3i6YE=" providerId="None" clId="Web-{4A15327D-F9BC-489D-B322-FE0EE08B6F02}" dt="2026-05-14T23:30:21.406" v="177" actId="20577"/>
          <ac:spMkLst>
            <pc:docMk/>
            <pc:sldMk cId="0" sldId="260"/>
            <ac:spMk id="61" creationId="{00000000-0000-0000-0000-000000000000}"/>
          </ac:spMkLst>
        </pc:spChg>
        <pc:spChg chg="mod">
          <ac:chgData name="SOCHEAT SOU" userId="h9r6aE/HMXtYi+C3P0fl9Bv7wbMcEIkJZrqDxo3i6YE=" providerId="None" clId="Web-{4A15327D-F9BC-489D-B322-FE0EE08B6F02}" dt="2026-05-14T23:33:07.232" v="213" actId="20577"/>
          <ac:spMkLst>
            <pc:docMk/>
            <pc:sldMk cId="0" sldId="260"/>
            <ac:spMk id="62" creationId="{00000000-0000-0000-0000-000000000000}"/>
          </ac:spMkLst>
        </pc:spChg>
      </pc:sldChg>
      <pc:sldChg chg="modSp del">
        <pc:chgData name="SOCHEAT SOU" userId="h9r6aE/HMXtYi+C3P0fl9Bv7wbMcEIkJZrqDxo3i6YE=" providerId="None" clId="Web-{4A15327D-F9BC-489D-B322-FE0EE08B6F02}" dt="2026-05-14T23:29:45.781" v="161"/>
        <pc:sldMkLst>
          <pc:docMk/>
          <pc:sldMk cId="2544791661" sldId="261"/>
        </pc:sldMkLst>
        <pc:spChg chg="mod">
          <ac:chgData name="SOCHEAT SOU" userId="h9r6aE/HMXtYi+C3P0fl9Bv7wbMcEIkJZrqDxo3i6YE=" providerId="None" clId="Web-{4A15327D-F9BC-489D-B322-FE0EE08B6F02}" dt="2026-05-14T23:26:39.814" v="85" actId="20577"/>
          <ac:spMkLst>
            <pc:docMk/>
            <pc:sldMk cId="2544791661" sldId="261"/>
            <ac:spMk id="55" creationId="{37EB1CBB-D92E-0327-CCDC-F91CDC434E52}"/>
          </ac:spMkLst>
        </pc:spChg>
      </pc:sldChg>
      <pc:sldChg chg="modSp add del ord">
        <pc:chgData name="SOCHEAT SOU" userId="h9r6aE/HMXtYi+C3P0fl9Bv7wbMcEIkJZrqDxo3i6YE=" providerId="None" clId="Web-{4A15327D-F9BC-489D-B322-FE0EE08B6F02}" dt="2026-05-14T23:33:28.232" v="217"/>
        <pc:sldMkLst>
          <pc:docMk/>
          <pc:sldMk cId="3267736174" sldId="263"/>
        </pc:sldMkLst>
        <pc:spChg chg="mod">
          <ac:chgData name="SOCHEAT SOU" userId="h9r6aE/HMXtYi+C3P0fl9Bv7wbMcEIkJZrqDxo3i6YE=" providerId="None" clId="Web-{4A15327D-F9BC-489D-B322-FE0EE08B6F02}" dt="2026-05-14T23:29:43.500" v="160" actId="20577"/>
          <ac:spMkLst>
            <pc:docMk/>
            <pc:sldMk cId="3267736174" sldId="263"/>
            <ac:spMk id="55" creationId="{BBA3EDF7-D4D7-5425-379B-290118F53567}"/>
          </ac:spMkLst>
        </pc:spChg>
      </pc:sldChg>
      <pc:sldChg chg="modSp">
        <pc:chgData name="SOCHEAT SOU" userId="h9r6aE/HMXtYi+C3P0fl9Bv7wbMcEIkJZrqDxo3i6YE=" providerId="None" clId="Web-{4A15327D-F9BC-489D-B322-FE0EE08B6F02}" dt="2026-05-14T23:45:15.121" v="312" actId="20577"/>
        <pc:sldMkLst>
          <pc:docMk/>
          <pc:sldMk cId="683496415" sldId="265"/>
        </pc:sldMkLst>
        <pc:spChg chg="mod">
          <ac:chgData name="SOCHEAT SOU" userId="h9r6aE/HMXtYi+C3P0fl9Bv7wbMcEIkJZrqDxo3i6YE=" providerId="None" clId="Web-{4A15327D-F9BC-489D-B322-FE0EE08B6F02}" dt="2026-05-14T23:34:12.950" v="219" actId="20577"/>
          <ac:spMkLst>
            <pc:docMk/>
            <pc:sldMk cId="683496415" sldId="265"/>
            <ac:spMk id="54" creationId="{71588D80-3FA8-1DEC-312F-2E626C95C312}"/>
          </ac:spMkLst>
        </pc:spChg>
        <pc:spChg chg="mod">
          <ac:chgData name="SOCHEAT SOU" userId="h9r6aE/HMXtYi+C3P0fl9Bv7wbMcEIkJZrqDxo3i6YE=" providerId="None" clId="Web-{4A15327D-F9BC-489D-B322-FE0EE08B6F02}" dt="2026-05-14T23:45:15.121" v="312" actId="20577"/>
          <ac:spMkLst>
            <pc:docMk/>
            <pc:sldMk cId="683496415" sldId="265"/>
            <ac:spMk id="55" creationId="{B3431829-4278-F70B-1D0C-9EE954C02483}"/>
          </ac:spMkLst>
        </pc:spChg>
      </pc:sldChg>
      <pc:sldChg chg="del">
        <pc:chgData name="SOCHEAT SOU" userId="h9r6aE/HMXtYi+C3P0fl9Bv7wbMcEIkJZrqDxo3i6YE=" providerId="None" clId="Web-{4A15327D-F9BC-489D-B322-FE0EE08B6F02}" dt="2026-05-14T23:45:20.262" v="313"/>
        <pc:sldMkLst>
          <pc:docMk/>
          <pc:sldMk cId="2362794320" sldId="266"/>
        </pc:sldMkLst>
      </pc:sldChg>
      <pc:sldChg chg="del">
        <pc:chgData name="SOCHEAT SOU" userId="h9r6aE/HMXtYi+C3P0fl9Bv7wbMcEIkJZrqDxo3i6YE=" providerId="None" clId="Web-{4A15327D-F9BC-489D-B322-FE0EE08B6F02}" dt="2026-05-14T23:33:28.232" v="216"/>
        <pc:sldMkLst>
          <pc:docMk/>
          <pc:sldMk cId="827888407" sldId="268"/>
        </pc:sldMkLst>
      </pc:sldChg>
      <pc:sldChg chg="delSp modSp">
        <pc:chgData name="SOCHEAT SOU" userId="h9r6aE/HMXtYi+C3P0fl9Bv7wbMcEIkJZrqDxo3i6YE=" providerId="None" clId="Web-{4A15327D-F9BC-489D-B322-FE0EE08B6F02}" dt="2026-05-14T23:46:40.386" v="315" actId="20577"/>
        <pc:sldMkLst>
          <pc:docMk/>
          <pc:sldMk cId="1924054245" sldId="272"/>
        </pc:sldMkLst>
        <pc:spChg chg="mod">
          <ac:chgData name="SOCHEAT SOU" userId="h9r6aE/HMXtYi+C3P0fl9Bv7wbMcEIkJZrqDxo3i6YE=" providerId="None" clId="Web-{4A15327D-F9BC-489D-B322-FE0EE08B6F02}" dt="2026-05-14T23:46:40.386" v="315" actId="20577"/>
          <ac:spMkLst>
            <pc:docMk/>
            <pc:sldMk cId="1924054245" sldId="272"/>
            <ac:spMk id="37" creationId="{2B6969A5-4370-A028-952D-7C93CF593C91}"/>
          </ac:spMkLst>
        </pc:spChg>
        <pc:spChg chg="del">
          <ac:chgData name="SOCHEAT SOU" userId="h9r6aE/HMXtYi+C3P0fl9Bv7wbMcEIkJZrqDxo3i6YE=" providerId="None" clId="Web-{4A15327D-F9BC-489D-B322-FE0EE08B6F02}" dt="2026-05-14T23:46:37.042" v="314"/>
          <ac:spMkLst>
            <pc:docMk/>
            <pc:sldMk cId="1924054245" sldId="272"/>
            <ac:spMk id="38" creationId="{C1631F1B-9523-0C8D-FC70-0AA9E0FFAD2E}"/>
          </ac:spMkLst>
        </pc:spChg>
      </pc:sldChg>
    </pc:docChg>
  </pc:docChgLst>
  <pc:docChgLst>
    <pc:chgData name="SOCHEAT SOU" userId="h9r6aE/HMXtYi+C3P0fl9Bv7wbMcEIkJZrqDxo3i6YE=" providerId="None" clId="Web-{34686B4B-12BF-4429-AD80-52C8FB04EB9B}"/>
    <pc:docChg chg="delSld modSld">
      <pc:chgData name="SOCHEAT SOU" userId="h9r6aE/HMXtYi+C3P0fl9Bv7wbMcEIkJZrqDxo3i6YE=" providerId="None" clId="Web-{34686B4B-12BF-4429-AD80-52C8FB04EB9B}" dt="2026-05-15T17:59:15.776" v="270"/>
      <pc:docMkLst>
        <pc:docMk/>
      </pc:docMkLst>
      <pc:sldChg chg="del">
        <pc:chgData name="SOCHEAT SOU" userId="h9r6aE/HMXtYi+C3P0fl9Bv7wbMcEIkJZrqDxo3i6YE=" providerId="None" clId="Web-{34686B4B-12BF-4429-AD80-52C8FB04EB9B}" dt="2026-05-15T17:59:15.776" v="270"/>
        <pc:sldMkLst>
          <pc:docMk/>
          <pc:sldMk cId="1090735033" sldId="262"/>
        </pc:sldMkLst>
      </pc:sldChg>
      <pc:sldChg chg="modSp">
        <pc:chgData name="SOCHEAT SOU" userId="h9r6aE/HMXtYi+C3P0fl9Bv7wbMcEIkJZrqDxo3i6YE=" providerId="None" clId="Web-{34686B4B-12BF-4429-AD80-52C8FB04EB9B}" dt="2026-05-15T17:58:59.119" v="267" actId="20577"/>
        <pc:sldMkLst>
          <pc:docMk/>
          <pc:sldMk cId="683496415" sldId="265"/>
        </pc:sldMkLst>
        <pc:spChg chg="mod">
          <ac:chgData name="SOCHEAT SOU" userId="h9r6aE/HMXtYi+C3P0fl9Bv7wbMcEIkJZrqDxo3i6YE=" providerId="None" clId="Web-{34686B4B-12BF-4429-AD80-52C8FB04EB9B}" dt="2026-05-15T17:58:59.119" v="267" actId="20577"/>
          <ac:spMkLst>
            <pc:docMk/>
            <pc:sldMk cId="683496415" sldId="265"/>
            <ac:spMk id="55" creationId="{B3431829-4278-F70B-1D0C-9EE954C02483}"/>
          </ac:spMkLst>
        </pc:spChg>
      </pc:sldChg>
      <pc:sldChg chg="del">
        <pc:chgData name="SOCHEAT SOU" userId="h9r6aE/HMXtYi+C3P0fl9Bv7wbMcEIkJZrqDxo3i6YE=" providerId="None" clId="Web-{34686B4B-12BF-4429-AD80-52C8FB04EB9B}" dt="2026-05-15T17:59:15.776" v="268"/>
        <pc:sldMkLst>
          <pc:docMk/>
          <pc:sldMk cId="4002995866" sldId="267"/>
        </pc:sldMkLst>
      </pc:sldChg>
      <pc:sldChg chg="del">
        <pc:chgData name="SOCHEAT SOU" userId="h9r6aE/HMXtYi+C3P0fl9Bv7wbMcEIkJZrqDxo3i6YE=" providerId="None" clId="Web-{34686B4B-12BF-4429-AD80-52C8FB04EB9B}" dt="2026-05-15T17:59:15.776" v="269"/>
        <pc:sldMkLst>
          <pc:docMk/>
          <pc:sldMk cId="1496022801" sldId="269"/>
        </pc:sldMkLst>
      </pc:sldChg>
      <pc:sldChg chg="modSp">
        <pc:chgData name="SOCHEAT SOU" userId="h9r6aE/HMXtYi+C3P0fl9Bv7wbMcEIkJZrqDxo3i6YE=" providerId="None" clId="Web-{34686B4B-12BF-4429-AD80-52C8FB04EB9B}" dt="2026-05-15T17:55:12.526" v="224" actId="20577"/>
        <pc:sldMkLst>
          <pc:docMk/>
          <pc:sldMk cId="3470802326" sldId="270"/>
        </pc:sldMkLst>
        <pc:spChg chg="mod">
          <ac:chgData name="SOCHEAT SOU" userId="h9r6aE/HMXtYi+C3P0fl9Bv7wbMcEIkJZrqDxo3i6YE=" providerId="None" clId="Web-{34686B4B-12BF-4429-AD80-52C8FB04EB9B}" dt="2026-05-15T17:48:18.292" v="212" actId="20577"/>
          <ac:spMkLst>
            <pc:docMk/>
            <pc:sldMk cId="3470802326" sldId="270"/>
            <ac:spMk id="54" creationId="{0D1558D9-3947-E772-E4A2-8DA061FF23FC}"/>
          </ac:spMkLst>
        </pc:spChg>
        <pc:spChg chg="mod">
          <ac:chgData name="SOCHEAT SOU" userId="h9r6aE/HMXtYi+C3P0fl9Bv7wbMcEIkJZrqDxo3i6YE=" providerId="None" clId="Web-{34686B4B-12BF-4429-AD80-52C8FB04EB9B}" dt="2026-05-15T17:55:12.526" v="224" actId="20577"/>
          <ac:spMkLst>
            <pc:docMk/>
            <pc:sldMk cId="3470802326" sldId="270"/>
            <ac:spMk id="55" creationId="{3E6FAAB9-D890-94D0-B2BF-AAA49CFEFE2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1b75ad4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31b75ad4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F350E88-B03F-30D3-13F8-80B6064E6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1b75ad4c98_0_0:notes">
            <a:extLst>
              <a:ext uri="{FF2B5EF4-FFF2-40B4-BE49-F238E27FC236}">
                <a16:creationId xmlns:a16="http://schemas.microsoft.com/office/drawing/2014/main" id="{2E1C0522-2A78-94CF-DF23-12C57EE69D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31b75ad4c98_0_0:notes">
            <a:extLst>
              <a:ext uri="{FF2B5EF4-FFF2-40B4-BE49-F238E27FC236}">
                <a16:creationId xmlns:a16="http://schemas.microsoft.com/office/drawing/2014/main" id="{76476610-9AD7-8CEF-1BE2-8A86CDEBBE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7039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20FF973-FD0C-CCD7-F291-5161B064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1b75ad4c98_0_0:notes">
            <a:extLst>
              <a:ext uri="{FF2B5EF4-FFF2-40B4-BE49-F238E27FC236}">
                <a16:creationId xmlns:a16="http://schemas.microsoft.com/office/drawing/2014/main" id="{0CD0A5BA-C5D5-EEF6-75C9-8A352F9DB4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31b75ad4c98_0_0:notes">
            <a:extLst>
              <a:ext uri="{FF2B5EF4-FFF2-40B4-BE49-F238E27FC236}">
                <a16:creationId xmlns:a16="http://schemas.microsoft.com/office/drawing/2014/main" id="{D8B8FACA-4659-2557-E7D1-5223DC9D7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11082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8DC41E-44AC-19D2-E355-42E038CD9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1b75ad4c98_0_0:notes">
            <a:extLst>
              <a:ext uri="{FF2B5EF4-FFF2-40B4-BE49-F238E27FC236}">
                <a16:creationId xmlns:a16="http://schemas.microsoft.com/office/drawing/2014/main" id="{6F3393B1-95BB-9BEF-11A9-5968ED4FE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g31b75ad4c98_0_0:notes">
            <a:extLst>
              <a:ext uri="{FF2B5EF4-FFF2-40B4-BE49-F238E27FC236}">
                <a16:creationId xmlns:a16="http://schemas.microsoft.com/office/drawing/2014/main" id="{6999A051-7688-52F0-61DD-D5E9BEA650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5197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>
          <a:extLst>
            <a:ext uri="{FF2B5EF4-FFF2-40B4-BE49-F238E27FC236}">
              <a16:creationId xmlns:a16="http://schemas.microsoft.com/office/drawing/2014/main" id="{14D70B2B-2081-D0A3-1773-E8DEB3C2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>
            <a:extLst>
              <a:ext uri="{FF2B5EF4-FFF2-40B4-BE49-F238E27FC236}">
                <a16:creationId xmlns:a16="http://schemas.microsoft.com/office/drawing/2014/main" id="{F2C92AE6-0304-EAD8-ABF2-FD843B27AD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:notes">
            <a:extLst>
              <a:ext uri="{FF2B5EF4-FFF2-40B4-BE49-F238E27FC236}">
                <a16:creationId xmlns:a16="http://schemas.microsoft.com/office/drawing/2014/main" id="{1F65C2FF-2C62-4C5E-2E7F-BAA2A782A8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59326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ctrTitle"/>
          </p:nvPr>
        </p:nvSpPr>
        <p:spPr>
          <a:xfrm>
            <a:off x="311700" y="1093233"/>
            <a:ext cx="5045700" cy="16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4000"/>
              <a:buFont typeface="Open Sans ExtraBold"/>
              <a:buNone/>
              <a:defRPr sz="4000" b="0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subTitle" idx="1"/>
          </p:nvPr>
        </p:nvSpPr>
        <p:spPr>
          <a:xfrm>
            <a:off x="311700" y="2739720"/>
            <a:ext cx="426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Open Sans"/>
              <a:buNone/>
              <a:defRPr sz="2500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pic>
        <p:nvPicPr>
          <p:cNvPr id="12" name="Google Shape;12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7888" y="305888"/>
            <a:ext cx="3511759" cy="4996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(Blank)">
  <p:cSld name="TITLE_AND_BODY_1">
    <p:bg>
      <p:bgPr>
        <a:solidFill>
          <a:schemeClr val="lt1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1b75ad4c98_0_9"/>
          <p:cNvSpPr/>
          <p:nvPr/>
        </p:nvSpPr>
        <p:spPr>
          <a:xfrm>
            <a:off x="0" y="4401671"/>
            <a:ext cx="9143999" cy="74182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912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g31b75ad4c98_0_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31b75ad4c98_0_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800"/>
              <a:buChar char="●"/>
              <a:defRPr>
                <a:solidFill>
                  <a:srgbClr val="2F4858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○"/>
              <a:defRPr>
                <a:solidFill>
                  <a:srgbClr val="2F4858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■"/>
              <a:defRPr>
                <a:solidFill>
                  <a:srgbClr val="2F4858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●"/>
              <a:defRPr>
                <a:solidFill>
                  <a:srgbClr val="2F4858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○"/>
              <a:defRPr>
                <a:solidFill>
                  <a:srgbClr val="2F4858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■"/>
              <a:defRPr>
                <a:solidFill>
                  <a:srgbClr val="2F4858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●"/>
              <a:defRPr>
                <a:solidFill>
                  <a:srgbClr val="2F4858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○"/>
              <a:defRPr>
                <a:solidFill>
                  <a:srgbClr val="2F4858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■"/>
              <a:defRPr>
                <a:solidFill>
                  <a:srgbClr val="2F4858"/>
                </a:solidFill>
              </a:defRPr>
            </a:lvl9pPr>
          </a:lstStyle>
          <a:p>
            <a:endParaRPr/>
          </a:p>
        </p:txBody>
      </p:sp>
      <p:pic>
        <p:nvPicPr>
          <p:cNvPr id="24" name="Google Shape;24;g31b75ad4c98_0_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615851"/>
            <a:ext cx="2225275" cy="31658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g31b75ad4c98_0_9"/>
          <p:cNvSpPr txBox="1">
            <a:spLocks noGrp="1"/>
          </p:cNvSpPr>
          <p:nvPr>
            <p:ph type="sldNum" idx="12"/>
          </p:nvPr>
        </p:nvSpPr>
        <p:spPr>
          <a:xfrm>
            <a:off x="8320050" y="4401675"/>
            <a:ext cx="548700" cy="7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lt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None/>
              <a:defRPr>
                <a:solidFill>
                  <a:srgbClr val="2F485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●"/>
              <a:defRPr sz="1400">
                <a:solidFill>
                  <a:srgbClr val="2F4858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●"/>
              <a:defRPr sz="1200">
                <a:solidFill>
                  <a:srgbClr val="2F4858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●"/>
              <a:defRPr sz="1200">
                <a:solidFill>
                  <a:srgbClr val="2F4858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Char char="●"/>
              <a:defRPr sz="1400">
                <a:solidFill>
                  <a:srgbClr val="2F4858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●"/>
              <a:defRPr sz="1200">
                <a:solidFill>
                  <a:srgbClr val="2F4858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●"/>
              <a:defRPr sz="1200">
                <a:solidFill>
                  <a:srgbClr val="2F4858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○"/>
              <a:defRPr sz="1200">
                <a:solidFill>
                  <a:srgbClr val="2F4858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200"/>
              <a:buChar char="■"/>
              <a:defRPr sz="1200">
                <a:solidFill>
                  <a:srgbClr val="2F485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/>
          <p:nvPr/>
        </p:nvSpPr>
        <p:spPr>
          <a:xfrm>
            <a:off x="0" y="4401671"/>
            <a:ext cx="9143999" cy="74182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9126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" name="Google Shape;31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700" y="4615851"/>
            <a:ext cx="2225275" cy="316585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320050" y="4401675"/>
            <a:ext cx="548700" cy="7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b="1" i="0" u="none" strike="noStrike" cap="none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800"/>
              <a:buFont typeface="Open Sans ExtraBold"/>
              <a:buNone/>
              <a:defRPr sz="2800" i="0" u="none" strike="noStrike" cap="none">
                <a:solidFill>
                  <a:srgbClr val="2F4858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800"/>
              <a:buFont typeface="Open Sans"/>
              <a:buChar char="●"/>
              <a:defRPr sz="18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○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■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●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○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■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●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○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1400"/>
              <a:buFont typeface="Open Sans"/>
              <a:buChar char="■"/>
              <a:defRPr sz="1400" i="0" u="none" strike="noStrike" cap="none">
                <a:solidFill>
                  <a:srgbClr val="2F485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sldNum" idx="12"/>
          </p:nvPr>
        </p:nvSpPr>
        <p:spPr>
          <a:xfrm>
            <a:off x="8320058" y="4666205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00" i="0" u="none" strike="noStrike" cap="non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"/>
          <p:cNvSpPr txBox="1">
            <a:spLocks noGrp="1"/>
          </p:cNvSpPr>
          <p:nvPr>
            <p:ph type="ctrTitle"/>
          </p:nvPr>
        </p:nvSpPr>
        <p:spPr>
          <a:xfrm>
            <a:off x="311699" y="1093233"/>
            <a:ext cx="8386251" cy="16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SzPts val="4500"/>
            </a:pPr>
            <a:r>
              <a:rPr lang="en-US" b="1" dirty="0"/>
              <a:t>Artifacts That Explain Themselves:</a:t>
            </a:r>
            <a:br>
              <a:rPr lang="en-US" b="1" dirty="0"/>
            </a:br>
            <a:r>
              <a:rPr lang="en-US" sz="3100" b="1" dirty="0"/>
              <a:t>Build Metadata in Practice</a:t>
            </a:r>
            <a:br>
              <a:rPr lang="en-US" b="1" dirty="0"/>
            </a:br>
            <a:endParaRPr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subTitle" idx="1"/>
          </p:nvPr>
        </p:nvSpPr>
        <p:spPr>
          <a:xfrm>
            <a:off x="311699" y="2739633"/>
            <a:ext cx="4584496" cy="976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Roboto Slab"/>
              <a:buNone/>
            </a:pPr>
            <a:r>
              <a:rPr lang="en-US" sz="2400" dirty="0"/>
              <a:t>Socheat Sou</a:t>
            </a: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858"/>
              </a:buClr>
              <a:buSzPts val="2500"/>
              <a:buFont typeface="Roboto Slab"/>
              <a:buNone/>
            </a:pPr>
            <a:r>
              <a:rPr lang="en-US" sz="2400" dirty="0"/>
              <a:t>Prajakta </a:t>
            </a:r>
            <a:r>
              <a:rPr lang="en-US" sz="2400" dirty="0" err="1"/>
              <a:t>Kashalkar</a:t>
            </a:r>
            <a:endParaRPr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1b75ad4c98_0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atinLnBrk="0"/>
            <a:r>
              <a:rPr lang="en-US" dirty="0"/>
              <a:t>Background</a:t>
            </a:r>
          </a:p>
        </p:txBody>
      </p:sp>
      <p:sp>
        <p:nvSpPr>
          <p:cNvPr id="55" name="Google Shape;55;g31b75ad4c98_0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150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14350" indent="-285750"/>
            <a:r>
              <a:rPr lang="en-US" sz="1600" dirty="0" err="1"/>
              <a:t>Openshift</a:t>
            </a:r>
            <a:r>
              <a:rPr lang="en-US" sz="1600" dirty="0"/>
              <a:t> product with 40+ separate repos each with their own build</a:t>
            </a:r>
          </a:p>
          <a:p>
            <a:pPr marL="514350" indent="-285750"/>
            <a:r>
              <a:rPr lang="en-US" sz="1600" dirty="0"/>
              <a:t>Our product is fully-</a:t>
            </a:r>
            <a:r>
              <a:rPr lang="en-US" sz="1600" dirty="0" err="1"/>
              <a:t>airgapped</a:t>
            </a:r>
            <a:r>
              <a:rPr lang="en-US" sz="1600" dirty="0"/>
              <a:t>, so all image references are by digest and not tag</a:t>
            </a: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Lots of data to track for each built artifact</a:t>
            </a: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Common Questions</a:t>
            </a:r>
            <a:endParaRPr lang="en-US" sz="1600" dirty="0">
              <a:solidFill>
                <a:srgbClr val="000000"/>
              </a:solidFill>
            </a:endParaRPr>
          </a:p>
          <a:p>
            <a:pPr lvl="1">
              <a:lnSpc>
                <a:spcPct val="114999"/>
              </a:lnSpc>
              <a:buSzPts val="1800"/>
            </a:pPr>
            <a:r>
              <a:rPr lang="en-US" sz="1600" dirty="0"/>
              <a:t>”Is our code in the build?” </a:t>
            </a:r>
          </a:p>
          <a:p>
            <a:pPr lvl="1">
              <a:lnSpc>
                <a:spcPct val="114999"/>
              </a:lnSpc>
            </a:pPr>
            <a:r>
              <a:rPr lang="en-US" sz="1600" dirty="0"/>
              <a:t>”What build is installed on the system?”</a:t>
            </a:r>
          </a:p>
          <a:p>
            <a:pPr lvl="1">
              <a:lnSpc>
                <a:spcPct val="114999"/>
              </a:lnSpc>
            </a:pPr>
            <a:r>
              <a:rPr lang="en-US" sz="1600" dirty="0"/>
              <a:t>“Where's the build log?”</a:t>
            </a:r>
          </a:p>
          <a:p>
            <a:pPr marL="514350" indent="-285750"/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dirty="0"/>
              <a:t>Metadata in Container  Labels</a:t>
            </a:r>
          </a:p>
        </p:txBody>
      </p:sp>
      <p:sp>
        <p:nvSpPr>
          <p:cNvPr id="61" name="Google Shape;6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14350" indent="-285750">
              <a:lnSpc>
                <a:spcPct val="114999"/>
              </a:lnSpc>
            </a:pPr>
            <a:r>
              <a:rPr lang="en-US" sz="1600" dirty="0"/>
              <a:t>Initial approaches worked but were cumbersome to non-DevOps teams</a:t>
            </a:r>
            <a:endParaRPr lang="en-US" sz="1600" dirty="0">
              <a:solidFill>
                <a:srgbClr val="000000"/>
              </a:solidFill>
            </a:endParaRP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Adding metadata to container labels sped up lookups</a:t>
            </a:r>
            <a:endParaRPr lang="en-US" sz="1600" dirty="0">
              <a:solidFill>
                <a:srgbClr val="000000"/>
              </a:solidFill>
            </a:endParaRP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Anyone could inspect images with digest to get the metadata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22860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 Slab"/>
              <a:buNone/>
            </a:pPr>
            <a:endParaRPr lang="en-US" sz="1600" dirty="0"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04649" cy="23546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{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...</a:t>
            </a:r>
            <a:endParaRPr lang="en-US" sz="1200" dirty="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</a:t>
            </a:r>
            <a:r>
              <a:rPr lang="en-US" sz="1200" b="1" dirty="0" err="1">
                <a:solidFill>
                  <a:schemeClr val="bg1"/>
                </a:solidFill>
                <a:latin typeface="Courier New"/>
                <a:cs typeface="Courier New"/>
              </a:rPr>
              <a:t>git_commit</a:t>
            </a: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": "3a97fb6",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</a:t>
            </a:r>
            <a:r>
              <a:rPr lang="en-US" sz="1200" b="1" dirty="0" err="1">
                <a:solidFill>
                  <a:schemeClr val="bg1"/>
                </a:solidFill>
                <a:latin typeface="Courier New"/>
                <a:cs typeface="Courier New"/>
              </a:rPr>
              <a:t>is_hotfix</a:t>
            </a: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": "true",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/>
                <a:cs typeface="Courier New"/>
              </a:rPr>
              <a:t>"</a:t>
            </a:r>
            <a:r>
              <a:rPr lang="en-US" sz="1200" b="1" dirty="0" err="1">
                <a:solidFill>
                  <a:schemeClr val="bg1"/>
                </a:solidFill>
                <a:latin typeface="Courier New"/>
                <a:cs typeface="Courier New"/>
              </a:rPr>
              <a:t>hotfix_reference</a:t>
            </a:r>
            <a:r>
              <a:rPr lang="en-US" sz="1200" dirty="0">
                <a:solidFill>
                  <a:schemeClr val="bg1"/>
                </a:solidFill>
                <a:latin typeface="Courier New"/>
                <a:cs typeface="Courier New"/>
              </a:rPr>
              <a:t>": "</a:t>
            </a: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78219</a:t>
            </a:r>
            <a:r>
              <a:rPr lang="en-US" sz="1200" dirty="0">
                <a:solidFill>
                  <a:schemeClr val="bg1"/>
                </a:solidFill>
                <a:latin typeface="Courier New"/>
                <a:cs typeface="Courier New"/>
              </a:rPr>
              <a:t>",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"internal": "true",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</a:t>
            </a:r>
            <a:r>
              <a:rPr lang="en-US" sz="1200" b="1" dirty="0" err="1">
                <a:solidFill>
                  <a:schemeClr val="bg1"/>
                </a:solidFill>
                <a:latin typeface="Courier New"/>
                <a:cs typeface="Courier New"/>
              </a:rPr>
              <a:t>backup_service_version</a:t>
            </a: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": "v15.5”</a:t>
            </a:r>
            <a:endParaRPr lang="en-US" sz="120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indent="0">
              <a:lnSpc>
                <a:spcPct val="114999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...</a:t>
            </a:r>
            <a:endParaRPr lang="en-US" sz="1200" dirty="0">
              <a:solidFill>
                <a:schemeClr val="bg1"/>
              </a:solidFill>
              <a:latin typeface="Courier New"/>
              <a:cs typeface="Courier New"/>
            </a:endParaRPr>
          </a:p>
          <a:p>
            <a:pPr marL="22860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Courier New"/>
                <a:cs typeface="Courier New"/>
              </a:rPr>
              <a:t>}</a:t>
            </a:r>
            <a:endParaRPr sz="12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EB7F24-D70C-68BF-4284-0B484DA7E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1b75ad4c98_0_0">
            <a:extLst>
              <a:ext uri="{FF2B5EF4-FFF2-40B4-BE49-F238E27FC236}">
                <a16:creationId xmlns:a16="http://schemas.microsoft.com/office/drawing/2014/main" id="{71588D80-3FA8-1DEC-312F-2E626C95C3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atinLnBrk="0"/>
            <a:r>
              <a:rPr lang="en-US" dirty="0"/>
              <a:t>Immediate Benefits</a:t>
            </a:r>
          </a:p>
        </p:txBody>
      </p:sp>
      <p:sp>
        <p:nvSpPr>
          <p:cNvPr id="55" name="Google Shape;55;g31b75ad4c98_0_0">
            <a:extLst>
              <a:ext uri="{FF2B5EF4-FFF2-40B4-BE49-F238E27FC236}">
                <a16:creationId xmlns:a16="http://schemas.microsoft.com/office/drawing/2014/main" id="{B3431829-4278-F70B-1D0C-9EE954C024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14350" indent="-285750"/>
            <a:r>
              <a:rPr lang="en-US" sz="1600" dirty="0"/>
              <a:t>Catalogs diff – enabled us to do Git bisect type operations when debugging regressions</a:t>
            </a:r>
          </a:p>
          <a:p>
            <a:pPr marL="514350" indent="-285750"/>
            <a:r>
              <a:rPr lang="en-US" sz="1600" dirty="0"/>
              <a:t>Implemented simple build cache – Simpler builds lookup Git commit of latest CICD build and skip the build if commit hasn’t changed, which is faster than Docker cache mechanisms, saving us money</a:t>
            </a: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Portable feature flags - Enhanced our </a:t>
            </a:r>
            <a:r>
              <a:rPr lang="en-US" sz="1600" dirty="0" err="1"/>
              <a:t>GitOps</a:t>
            </a:r>
            <a:r>
              <a:rPr lang="en-US" sz="1600" dirty="0"/>
              <a:t> orchestration</a:t>
            </a: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Reduced user error on our end-user automation since the artifact already contained many of the parameters needed</a:t>
            </a:r>
          </a:p>
          <a:p>
            <a:pPr marL="514350" indent="-285750">
              <a:lnSpc>
                <a:spcPct val="114999"/>
              </a:lnSpc>
            </a:pPr>
            <a:endParaRPr lang="en-US" sz="1600" dirty="0"/>
          </a:p>
          <a:p>
            <a:pPr marL="514350" indent="-285750"/>
            <a:endParaRPr lang="en-US" sz="1600" dirty="0"/>
          </a:p>
          <a:p>
            <a:pPr marL="514350" indent="-28575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83496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5ED0252-3F11-0113-A33E-61819DA17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1b75ad4c98_0_0">
            <a:extLst>
              <a:ext uri="{FF2B5EF4-FFF2-40B4-BE49-F238E27FC236}">
                <a16:creationId xmlns:a16="http://schemas.microsoft.com/office/drawing/2014/main" id="{0D1558D9-3947-E772-E4A2-8DA061FF23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atinLnBrk="0"/>
            <a:r>
              <a:rPr lang="en-US" dirty="0"/>
              <a:t>Enabling Innovation</a:t>
            </a:r>
          </a:p>
        </p:txBody>
      </p:sp>
      <p:sp>
        <p:nvSpPr>
          <p:cNvPr id="55" name="Google Shape;55;g31b75ad4c98_0_0">
            <a:extLst>
              <a:ext uri="{FF2B5EF4-FFF2-40B4-BE49-F238E27FC236}">
                <a16:creationId xmlns:a16="http://schemas.microsoft.com/office/drawing/2014/main" id="{3E6FAAB9-D890-94D0-B2BF-AAA49CFEF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14350" indent="-285750"/>
            <a:r>
              <a:rPr lang="en-US" sz="1600" dirty="0"/>
              <a:t>Labels implemented for DevOps, but unexpectedly was useful to other teams </a:t>
            </a:r>
            <a:endParaRPr lang="en-US" dirty="0"/>
          </a:p>
          <a:p>
            <a:pPr marL="514350" indent="-285750"/>
            <a:r>
              <a:rPr lang="en-US" sz="1600" dirty="0"/>
              <a:t>Our security scanning pipelines automatically create CVE Git issues with a lot of audit data (including our container labels)</a:t>
            </a:r>
          </a:p>
          <a:p>
            <a:pPr marL="514350" indent="-285750"/>
            <a:r>
              <a:rPr lang="en-US" sz="1600" dirty="0"/>
              <a:t>Security team built a dashboard to help developers manage CVE issues and visualize trends, incorporating these labels in their design</a:t>
            </a:r>
          </a:p>
          <a:p>
            <a:pPr marL="514350" indent="-285750"/>
            <a:r>
              <a:rPr lang="en-US" sz="1600" dirty="0"/>
              <a:t>Security team identified all “hotfix” images on their own for their own needs</a:t>
            </a:r>
          </a:p>
          <a:p>
            <a:pPr marL="514350" indent="-285750">
              <a:lnSpc>
                <a:spcPct val="114999"/>
              </a:lnSpc>
            </a:pPr>
            <a:r>
              <a:rPr lang="en-US" sz="1600" dirty="0"/>
              <a:t>Especially useful in this AI era where data is being handed over in bulk to AI tools for analysis</a:t>
            </a:r>
          </a:p>
        </p:txBody>
      </p:sp>
    </p:spTree>
    <p:extLst>
      <p:ext uri="{BB962C8B-B14F-4D97-AF65-F5344CB8AC3E}">
        <p14:creationId xmlns:p14="http://schemas.microsoft.com/office/powerpoint/2010/main" val="3470802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E000FD-0F15-14AB-0E65-9F6F6DB7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1b75ad4c98_0_0">
            <a:extLst>
              <a:ext uri="{FF2B5EF4-FFF2-40B4-BE49-F238E27FC236}">
                <a16:creationId xmlns:a16="http://schemas.microsoft.com/office/drawing/2014/main" id="{090FF74E-9A4F-18DF-3A05-448A345AFF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atinLnBrk="0"/>
            <a:r>
              <a:rPr lang="en-US" dirty="0"/>
              <a:t>Recommendations</a:t>
            </a:r>
          </a:p>
        </p:txBody>
      </p:sp>
      <p:sp>
        <p:nvSpPr>
          <p:cNvPr id="55" name="Google Shape;55;g31b75ad4c98_0_0">
            <a:extLst>
              <a:ext uri="{FF2B5EF4-FFF2-40B4-BE49-F238E27FC236}">
                <a16:creationId xmlns:a16="http://schemas.microsoft.com/office/drawing/2014/main" id="{E1D22FC8-BA11-955B-E264-B53D3FAAE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14350" indent="-285750"/>
            <a:r>
              <a:rPr lang="en-US" sz="1600" dirty="0"/>
              <a:t>If the artifacts you build support adding and querying metadata, use it!</a:t>
            </a:r>
          </a:p>
          <a:p>
            <a:pPr marL="514350" indent="-285750"/>
            <a:r>
              <a:rPr lang="en-US" sz="1600" dirty="0"/>
              <a:t>Other artifact types can be augmented to support embedding metadata</a:t>
            </a:r>
          </a:p>
          <a:p>
            <a:pPr marL="514350" indent="-285750"/>
            <a:r>
              <a:rPr lang="en-US" sz="1600" dirty="0"/>
              <a:t>Consider what data is intrinsic to your artifacts – what remains true even after the artifact is built</a:t>
            </a:r>
          </a:p>
          <a:p>
            <a:pPr marL="514350" indent="-285750"/>
            <a:r>
              <a:rPr lang="en-US" sz="1600" dirty="0"/>
              <a:t>Brainstorm with your other teams to determine additional effective labels</a:t>
            </a:r>
          </a:p>
          <a:p>
            <a:pPr marL="514350" indent="-285750"/>
            <a:r>
              <a:rPr lang="en-US" sz="1600" dirty="0"/>
              <a:t>Make it easy to add and query metadata for your artifacts</a:t>
            </a:r>
          </a:p>
          <a:p>
            <a:pPr marL="514350" indent="-285750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48693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>
          <a:extLst>
            <a:ext uri="{FF2B5EF4-FFF2-40B4-BE49-F238E27FC236}">
              <a16:creationId xmlns:a16="http://schemas.microsoft.com/office/drawing/2014/main" id="{376B8EF3-68C4-218C-25F8-BFC356818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">
            <a:extLst>
              <a:ext uri="{FF2B5EF4-FFF2-40B4-BE49-F238E27FC236}">
                <a16:creationId xmlns:a16="http://schemas.microsoft.com/office/drawing/2014/main" id="{2B6969A5-4370-A028-952D-7C93CF593C9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699" y="1093233"/>
            <a:ext cx="8386251" cy="16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SzPts val="4500"/>
            </a:pPr>
            <a:r>
              <a:rPr lang="en-US" b="1" dirty="0"/>
              <a:t>Thank You!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4054245"/>
      </p:ext>
    </p:extLst>
  </p:cSld>
  <p:clrMapOvr>
    <a:masterClrMapping/>
  </p:clrMapOvr>
</p:sld>
</file>

<file path=ppt/theme/theme1.xml><?xml version="1.0" encoding="utf-8"?>
<a:theme xmlns:a="http://schemas.openxmlformats.org/drawingml/2006/main" name="OSSNA25">
  <a:themeElements>
    <a:clrScheme name="Custom 8">
      <a:dk1>
        <a:srgbClr val="000000"/>
      </a:dk1>
      <a:lt1>
        <a:srgbClr val="FFFFFF"/>
      </a:lt1>
      <a:dk2>
        <a:srgbClr val="223C43"/>
      </a:dk2>
      <a:lt2>
        <a:srgbClr val="14A99D"/>
      </a:lt2>
      <a:accent1>
        <a:srgbClr val="E15744"/>
      </a:accent1>
      <a:accent2>
        <a:srgbClr val="E58571"/>
      </a:accent2>
      <a:accent3>
        <a:srgbClr val="B5E5DC"/>
      </a:accent3>
      <a:accent4>
        <a:srgbClr val="115460"/>
      </a:accent4>
      <a:accent5>
        <a:srgbClr val="FEE8BE"/>
      </a:accent5>
      <a:accent6>
        <a:srgbClr val="FFFFFF"/>
      </a:accent6>
      <a:hlink>
        <a:srgbClr val="FEE8BE"/>
      </a:hlink>
      <a:folHlink>
        <a:srgbClr val="1154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4136</TotalTime>
  <Words>761</Words>
  <Application>Microsoft Office PowerPoint</Application>
  <PresentationFormat>On-screen Show (16:9)</PresentationFormat>
  <Paragraphs>76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OSSNA25</vt:lpstr>
      <vt:lpstr>Artifacts That Explain Themselves: Build Metadata in Practice </vt:lpstr>
      <vt:lpstr>Background</vt:lpstr>
      <vt:lpstr>Metadata in Container  Labels</vt:lpstr>
      <vt:lpstr>Immediate Benefits</vt:lpstr>
      <vt:lpstr>Enabling Innovation</vt:lpstr>
      <vt:lpstr>Recommendations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SOCHEAT SOU</cp:lastModifiedBy>
  <cp:revision>144</cp:revision>
  <dcterms:modified xsi:type="dcterms:W3CDTF">2026-05-15T17:59:20Z</dcterms:modified>
</cp:coreProperties>
</file>